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0:00–0:30</a:t>
            </a:r>
          </a:p>
          <a:p>
            <a:r>
              <a:t>Open with the one-liner. Point at the screen: "this is not a demo anymore — it's a system of record."</a:t>
            </a:r>
          </a:p>
          <a:p>
            <a:r>
              <a:t>Then transition to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0:30–1:00</a:t>
            </a:r>
          </a:p>
          <a:p>
            <a:r>
              <a:t>Frame the gap: the engine was always good; the product around it wasn't.</a:t>
            </a:r>
          </a:p>
          <a:p>
            <a:r>
              <a:t>Ask the room: "how do we trust a recommendation we can't trace?"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1:00–1:30</a:t>
            </a:r>
          </a:p>
          <a:p>
            <a:r>
              <a:t>Emphasise: production is a thin wrapper. The engine is the same; persistence is what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1:30–2:00</a:t>
            </a:r>
          </a:p>
          <a:p>
            <a:r>
              <a:t>This is the slide to land. Read the four rules slowly. Then: "everything you see next exists to honour these."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2:00–2:30</a:t>
            </a:r>
          </a:p>
          <a:p>
            <a:r>
              <a:t>Point at phase 3 and 6 — those are the two that change the business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2:30–3:00</a:t>
            </a:r>
          </a:p>
          <a:p>
            <a:r>
              <a:t>Then: "let me show you." Transition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3:00 → live demo (10 min)</a:t>
            </a:r>
          </a:p>
          <a:p>
            <a:r>
              <a:t>Credentials: admin/change-me-admin · uw/change-me-uw · broker/change-me-broker</a:t>
            </a:r>
          </a:p>
          <a:p>
            <a:r>
              <a:t>Run through the demo script in TaskNotes/binderselection-demo-script.md.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Binder Selection Agent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Production system of record for marine cargo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From one-shot demo to a 6-phase production build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AI never decides. A named human always does — with full provenance.</a:t>
            </a:r>
          </a:p>
          <a:p>
            <a:pPr>
              <a:spcBef>
                <a:spcPts val="2400"/>
              </a:spcBef>
              <a:defRPr sz="1300">
                <a:solidFill>
                  <a:srgbClr val="64748B"/>
                </a:solidFill>
              </a:defRPr>
            </a:pPr>
            <a:r>
              <a:t>Local-first · FastAPI + HTMX · SQLite → Postgres · 188 tests green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 one-shot demo is not a system of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The leadership demo ran the engine once and forgot everything.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No persistence, no audit trail, no broker-facing surface.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Underwriters had no way to ask for missing data and re-evaluate.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Capacity was a static JSON file — reservations never happened.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</a:defRPr>
            </a:pPr>
            <a:r>
              <a:t>Provenance existed in the engine but never reached the viewer.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Production wraps the engine — nothing duplicated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1945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46304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FastAPI + Jinja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2743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ui.app /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63040"/>
            <a:ext cx="22860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SQLite / Postgres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1783080"/>
            <a:ext cx="365759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852160" y="1783080"/>
            <a:ext cx="365759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961120" y="1783080"/>
            <a:ext cx="365759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274320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Documents on disk</a:t>
            </a:r>
            <a:br/>
            <a:r>
              <a:t>data/cases/&lt;id&gt;/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743200"/>
            <a:ext cx="274320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Capacity ledger</a:t>
            </a:r>
            <a:br/>
            <a:r>
              <a:t>JSON / Postgres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237744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Rulesets</a:t>
            </a:r>
            <a:br/>
            <a:r>
              <a:t>versioned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743200"/>
            <a:ext cx="2103120" cy="822960"/>
          </a:xfrm>
          <a:prstGeom prst="roundRect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Outbox / SMTP</a:t>
            </a:r>
            <a:br/>
            <a: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Engine (ui.app / nodes) is imported, never re-implemented.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</a:defRPr>
            </a:pPr>
            <a:r>
              <a:t>One DATABASE_URL swaps SQLite for Postgres. No build step — server-rendered HTMX.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The doctrine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Four rules the system never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1. AI never decides. The LLM extracts facts; a named human always decides.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2. Missing data becomes a named information request — never a silent Pass.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3. Every fact carries provenance: source document + quote, or feed + licence + timestamp.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</a:defRPr>
            </a:pPr>
            <a:r>
              <a:t>4. Everything is append-only. Evaluations, decisions, rounds — never rewritten. A Case never forks.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Six phases, shipped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v1.10.0 → v1.16.0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Workboard + persistent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v1.10.0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Provenance viewer + docs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14884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v1.10.1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Info-requests + broker portal + successors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92608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v1.11.0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033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Rules console (maker-checker) + file 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703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v1.12.0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48055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80559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Reference-data facts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48055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v1.13.0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257799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57799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Live capacity desk + MI +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5257799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v1.14.0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What makes it different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Three things the demo never had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Broker portal — restricted view: ask-lists, their documents, outcome letters. Never scores, rules, or other binders.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Maker-checker rulesets — a proposal needs a different approver; effective-dating means no surprise changes.</a:t>
            </a:r>
          </a:p>
          <a:p>
            <a:pPr>
              <a:spcAft>
                <a:spcPts val="800"/>
              </a:spcAft>
              <a:defRPr sz="1600">
                <a:solidFill>
                  <a:srgbClr val="0F172A"/>
                </a:solidFill>
              </a:defRPr>
            </a:pPr>
            <a:r>
              <a:t>Live capacity desk — reservations expire in 30 days; alerts at 80%/90%; stale reservations can't silently eat a binder.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Live demo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10 minutes · 12 scenes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1. Login &amp; workboard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2. Create a case (sample + real file upload)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3. Run evaluation — verdict, facts, per-binder results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4. Provenance viewer — tabbed, multi-document, quote highlights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5. Reference data — feeds with licence + timestamp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6. Underwriter decision — accept / override / refer back + letter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7. Request round — issue, broker answers, submit, successor eval, delta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8. Rules console — propose, dry-run, four-eyes approve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9. Capacity desk + admin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Key takeaway: AI never decides. A named human always does — with full provenance.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